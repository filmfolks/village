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0.0s</a:t>
            </a:r>
          </a:p>
          <a:p>
            <a:r>
              <a:t>End: 18.34s</a:t>
            </a:r>
          </a:p>
          <a:p>
            <a:r>
              <a:t>Duration for Canva slide: 18.3s</a:t>
            </a:r>
          </a:p>
          <a:p/>
          <a:p>
            <a:r>
              <a:t>LYRICS:</a:t>
            </a:r>
          </a:p>
          <a:p>
            <a:r>
              <a:t>ಊರಂದ್ರೆ ನಮ್ಮೂರು</a:t>
            </a:r>
          </a:p>
          <a:p/>
          <a:p>
            <a:r>
              <a:t>TRANSLITERATION:</a:t>
            </a:r>
          </a:p>
          <a:p>
            <a:r>
              <a:t>Oorandre Nammooru — Kannada Village Folk Anthem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18.34s</a:t>
            </a:r>
          </a:p>
          <a:p>
            <a:r>
              <a:t>End: 22.9s</a:t>
            </a:r>
          </a:p>
          <a:p>
            <a:r>
              <a:t>Duration for Canva slide: 4.6s</a:t>
            </a:r>
          </a:p>
          <a:p/>
          <a:p>
            <a:r>
              <a:t>LYRICS:</a:t>
            </a:r>
          </a:p>
          <a:p>
            <a:r>
              <a:t>ಊರಂದ್ರೆ ನಮ್ಮೂರು</a:t>
            </a:r>
          </a:p>
          <a:p>
            <a:r>
              <a:t>ನಮ್ಮೋರು</a:t>
            </a:r>
          </a:p>
          <a:p/>
          <a:p>
            <a:r>
              <a:t>TRANSLITERATION:</a:t>
            </a:r>
          </a:p>
          <a:p>
            <a:r>
              <a:t>Oorandre Nammooru, Nammoru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22.9s</a:t>
            </a:r>
          </a:p>
          <a:p>
            <a:r>
              <a:t>End: 27.5s</a:t>
            </a:r>
          </a:p>
          <a:p>
            <a:r>
              <a:t>Duration for Canva slide: 4.6s</a:t>
            </a:r>
          </a:p>
          <a:p/>
          <a:p>
            <a:r>
              <a:t>LYRICS:</a:t>
            </a:r>
          </a:p>
          <a:p>
            <a:r>
              <a:t>ತಮ್ಮೋರು ಒಂದಾಗಿ ಬಾಳಿ ಬದುಕೊ</a:t>
            </a:r>
          </a:p>
          <a:p>
            <a:r>
              <a:t>ಚಂದದ ಸೂರು......</a:t>
            </a:r>
          </a:p>
          <a:p/>
          <a:p>
            <a:r>
              <a:t>TRANSLITERATION:</a:t>
            </a:r>
          </a:p>
          <a:p>
            <a:r>
              <a:t>Tammoru Ondaagi Baali Baduko, Chandada Sooru...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27.5s</a:t>
            </a:r>
          </a:p>
          <a:p>
            <a:r>
              <a:t>End: 31.44s</a:t>
            </a:r>
          </a:p>
          <a:p>
            <a:r>
              <a:t>Duration for Canva slide: 3.9s</a:t>
            </a:r>
          </a:p>
          <a:p/>
          <a:p>
            <a:r>
              <a:t>LYRICS:</a:t>
            </a:r>
          </a:p>
          <a:p>
            <a:r>
              <a:t>ದೈವಕ್ಕೆ ಬಾಗೋರು</a:t>
            </a:r>
          </a:p>
          <a:p>
            <a:r>
              <a:t>ಸ್ನೇಹಕ್ಕೆ ನಿಲ್ಲೋರು</a:t>
            </a:r>
          </a:p>
          <a:p/>
          <a:p>
            <a:r>
              <a:t>TRANSLITERATION:</a:t>
            </a:r>
          </a:p>
          <a:p>
            <a:r>
              <a:t>Daivakke Baagoru, Snehakke Nilloru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31.44s</a:t>
            </a:r>
          </a:p>
          <a:p>
            <a:r>
              <a:t>End: 35.94s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ಸಂತೋಷ ಹಂಚಿಕೊಂಡು</a:t>
            </a:r>
          </a:p>
          <a:p>
            <a:r>
              <a:t>ಮುಂದೆ ಸಾಗೋರು......</a:t>
            </a:r>
          </a:p>
          <a:p/>
          <a:p>
            <a:r>
              <a:t>TRANSLITERATION:</a:t>
            </a:r>
          </a:p>
          <a:p>
            <a:r>
              <a:t>Santhosha Hanchikondu, Munde Saagoru...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35.94s</a:t>
            </a:r>
          </a:p>
          <a:p>
            <a:r>
              <a:t>End: 40.44s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ಚಿಂತೆಯ ಸಂತೆಯಲ್ಲು ಉಂಟು ಗಮ್ಮತ್ತು</a:t>
            </a:r>
          </a:p>
          <a:p/>
          <a:p>
            <a:r>
              <a:t>TRANSLITERATION:</a:t>
            </a:r>
          </a:p>
          <a:p>
            <a:r>
              <a:t>Chintheya Santheyallu Untu Gammatthu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40.44s</a:t>
            </a:r>
          </a:p>
          <a:p>
            <a:r>
              <a:t>End: 44.94s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ನಿಂತಲ್ಲೆ ನಿಲ್ಲೋರಲ್ಲ ನಾವು ಯಾವತ್ತು</a:t>
            </a:r>
          </a:p>
          <a:p/>
          <a:p>
            <a:r>
              <a:t>TRANSLITERATION:</a:t>
            </a:r>
          </a:p>
          <a:p>
            <a:r>
              <a:t>Ninthalle Nilloralla Naavu Yaavatthu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44.94s</a:t>
            </a:r>
          </a:p>
          <a:p>
            <a:r>
              <a:t>End: 49.44s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ನಮ್ಮೂರು ನಮ್ಮ ಭಾಷೆ ನಮ್ಮ ಸಂಪತ್ತು.....</a:t>
            </a:r>
          </a:p>
          <a:p/>
          <a:p>
            <a:r>
              <a:t>TRANSLITERATION:</a:t>
            </a:r>
          </a:p>
          <a:p>
            <a:r>
              <a:t>Nammooru Namma Bhaashe Namma Sampatthu...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49.44s</a:t>
            </a:r>
          </a:p>
          <a:p>
            <a:r>
              <a:t>End: 53.94s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ಇನ್ನೆಂತ ಬೇಕು ಬಾಳೋಕೆ.......</a:t>
            </a:r>
          </a:p>
          <a:p/>
          <a:p>
            <a:r>
              <a:t>TRANSLITERATION:</a:t>
            </a:r>
          </a:p>
          <a:p>
            <a:r>
              <a:t>Innentha Beku Baaloke...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53.94s</a:t>
            </a:r>
          </a:p>
          <a:p>
            <a:r>
              <a:t>End: 61.64s</a:t>
            </a:r>
          </a:p>
          <a:p>
            <a:r>
              <a:t>Duration for Canva slide: 7.7s</a:t>
            </a:r>
          </a:p>
          <a:p/>
          <a:p>
            <a:r>
              <a:t>LYRICS:</a:t>
            </a:r>
          </a:p>
          <a:p>
            <a:r>
              <a:t>ಏ ಗಡಿಬಿಡಿ ಗಡಿಬಿಡಿಯಲ್ಲೋಡಿ</a:t>
            </a:r>
          </a:p>
          <a:p>
            <a:r>
              <a:t>ಹೊರಟಿದೆ ಬದುಕೆಂಬ ಗಾಡಿ</a:t>
            </a:r>
          </a:p>
          <a:p/>
          <a:p>
            <a:r>
              <a:t>TRANSLITERATION:</a:t>
            </a:r>
          </a:p>
          <a:p>
            <a:r>
              <a:t>Ye Gadibidi Gadibidiyallodi, Horatide Badukemba Gaadi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61.64s</a:t>
            </a:r>
          </a:p>
          <a:p>
            <a:r>
              <a:t>End: 66.0s</a:t>
            </a:r>
          </a:p>
          <a:p>
            <a:r>
              <a:t>Duration for Canva slide: 4.4s</a:t>
            </a:r>
          </a:p>
          <a:p/>
          <a:p>
            <a:r>
              <a:t>LYRICS:</a:t>
            </a:r>
          </a:p>
          <a:p>
            <a:r>
              <a:t>ಇಡಿ ಇಡಿ ದಿನ ಅದರ ಹಿಂದೆ</a:t>
            </a:r>
          </a:p>
          <a:p>
            <a:r>
              <a:t>ಓಡೊ ಮಾರಾಯ..............</a:t>
            </a:r>
          </a:p>
          <a:p/>
          <a:p>
            <a:r>
              <a:t>TRANSLITERATION:</a:t>
            </a:r>
          </a:p>
          <a:p>
            <a:r>
              <a:t>Idi Idi Dina Adara Hinde, Odo Maaraaya...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66.0s</a:t>
            </a:r>
          </a:p>
          <a:p>
            <a:r>
              <a:t>End: 73.0s</a:t>
            </a:r>
          </a:p>
          <a:p>
            <a:r>
              <a:t>Duration for Canva slide: 7.0s</a:t>
            </a:r>
          </a:p>
          <a:p/>
          <a:p>
            <a:r>
              <a:t>LYRICS:</a:t>
            </a:r>
          </a:p>
          <a:p>
            <a:r>
              <a:t>ಕಿಡಿ ಕಿಡಿಯನು ದೀಪ ಮಾಡಿ</a:t>
            </a:r>
          </a:p>
          <a:p>
            <a:r>
              <a:t>ನಡೆನುಡಿ ಕಡೆ ಬೆಳಕು ನೀಡಿ</a:t>
            </a:r>
          </a:p>
          <a:p/>
          <a:p>
            <a:r>
              <a:t>TRANSLITERATION:</a:t>
            </a:r>
          </a:p>
          <a:p>
            <a:r>
              <a:t>Kidi Kidiyanu Deepa Maadi, Nadenudi Kade Belaku Needi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73.0s</a:t>
            </a:r>
          </a:p>
          <a:p>
            <a:r>
              <a:t>End: 80.84s</a:t>
            </a:r>
          </a:p>
          <a:p>
            <a:r>
              <a:t>Duration for Canva slide: 7.8s</a:t>
            </a:r>
          </a:p>
          <a:p/>
          <a:p>
            <a:r>
              <a:t>LYRICS:</a:t>
            </a:r>
          </a:p>
          <a:p>
            <a:r>
              <a:t>ಅಡೆತಡೆಗಳ ದೂರ ಮಾಡಿ</a:t>
            </a:r>
          </a:p>
          <a:p>
            <a:r>
              <a:t>ಬಾಳೊ ಮಾರಾಯ..................</a:t>
            </a:r>
          </a:p>
          <a:p/>
          <a:p>
            <a:r>
              <a:t>TRANSLITERATION:</a:t>
            </a:r>
          </a:p>
          <a:p>
            <a:r>
              <a:t>Adethadegala Doora Maadi, Baalo Maaraaya...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80.84s</a:t>
            </a:r>
          </a:p>
          <a:p>
            <a:r>
              <a:t>End: 86.5s</a:t>
            </a:r>
          </a:p>
          <a:p>
            <a:r>
              <a:t>Duration for Canva slide: 5.7s</a:t>
            </a:r>
          </a:p>
          <a:p/>
          <a:p>
            <a:r>
              <a:t>LYRICS:</a:t>
            </a:r>
          </a:p>
          <a:p>
            <a:r>
              <a:t>ಏ ಗಡಿಬಿಡಿ ಗಡಿಬಿಡಿಯಲ್ಲೋಡಿ</a:t>
            </a:r>
          </a:p>
          <a:p>
            <a:r>
              <a:t>ಹೊರಟಿದೆ ಬದುಕೆಂಬ ಗಾಡಿ</a:t>
            </a:r>
          </a:p>
          <a:p>
            <a:r>
              <a:t>ಇಡಿ ಇಡಿ ದಿನ ಅದರ ಹಿಂದೆ</a:t>
            </a:r>
          </a:p>
          <a:p>
            <a:r>
              <a:t>ಓಡೊ ಮಾರಾಯ..............</a:t>
            </a:r>
          </a:p>
          <a:p/>
          <a:p>
            <a:r>
              <a:t>TRANSLITERATION:</a:t>
            </a:r>
          </a:p>
          <a:p>
            <a:r>
              <a:t>Ye Gadibidi Gadibidiyallodi, Horatide Badukemba Gaadi...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86.5s</a:t>
            </a:r>
          </a:p>
          <a:p>
            <a:r>
              <a:t>End: 94.0s</a:t>
            </a:r>
          </a:p>
          <a:p>
            <a:r>
              <a:t>Duration for Canva slide: 7.5s</a:t>
            </a:r>
          </a:p>
          <a:p/>
          <a:p>
            <a:r>
              <a:t>LYRICS:</a:t>
            </a:r>
          </a:p>
          <a:p>
            <a:r>
              <a:t>ಖುಷಿ ಖುಷಿಗಳ ಒಂದು ಮಾಡಿ</a:t>
            </a:r>
          </a:p>
          <a:p>
            <a:r>
              <a:t>ಹೊಸ ದಿಶೆಗಳ ಹುಡುಕಿ ನೋಡಿ</a:t>
            </a:r>
          </a:p>
          <a:p>
            <a:r>
              <a:t>ಗೆಲುವಿನ ನಶೆ ಸವಿದು ನೋಡು</a:t>
            </a:r>
          </a:p>
          <a:p>
            <a:r>
              <a:t>ಬಾರೊ ಮಾರಾಯ............</a:t>
            </a:r>
          </a:p>
          <a:p/>
          <a:p>
            <a:r>
              <a:t>TRANSLITERATION:</a:t>
            </a:r>
          </a:p>
          <a:p>
            <a:r>
              <a:t>Khushi Khushigala Ondu Maadi, Hosa Dishegala Huduki Nodi...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94.0s</a:t>
            </a:r>
          </a:p>
          <a:p>
            <a:r>
              <a:t>End: 104.5s</a:t>
            </a:r>
          </a:p>
          <a:p>
            <a:r>
              <a:t>Duration for Canva slide: 10.5s</a:t>
            </a:r>
          </a:p>
          <a:p/>
          <a:p>
            <a:r>
              <a:t>LYRICS:</a:t>
            </a:r>
          </a:p>
          <a:p>
            <a:r>
              <a:t>♫ ಸಂಗೀತ ♫</a:t>
            </a:r>
          </a:p>
          <a:p>
            <a:r>
              <a:t>(Village Violin &amp; Percussion Interlude)</a:t>
            </a:r>
          </a:p>
          <a:p/>
          <a:p>
            <a:r>
              <a:t>TRANSLITERATION:</a:t>
            </a:r>
          </a:p>
          <a:p>
            <a:r>
              <a:t>♫ Traditional Folk Melodies 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104.5s</a:t>
            </a:r>
          </a:p>
          <a:p>
            <a:r>
              <a:t>End: 109.34s</a:t>
            </a:r>
          </a:p>
          <a:p>
            <a:r>
              <a:t>Duration for Canva slide: 4.8s</a:t>
            </a:r>
          </a:p>
          <a:p/>
          <a:p>
            <a:r>
              <a:t>LYRICS:</a:t>
            </a:r>
          </a:p>
          <a:p>
            <a:r>
              <a:t>ಆಳಾಗಿ ದುಡಿಯೋದು</a:t>
            </a:r>
          </a:p>
          <a:p>
            <a:r>
              <a:t>ಅರಸಾಗಿ ತಿನ್ನೋದು</a:t>
            </a:r>
          </a:p>
          <a:p>
            <a:r>
              <a:t>ಬಂದಿದ್ದು ಬರಲಿ ಎಂದು ಮುಂದೆ ಸಾಗೋದು</a:t>
            </a:r>
          </a:p>
          <a:p/>
          <a:p>
            <a:r>
              <a:t>TRANSLITERATION:</a:t>
            </a:r>
          </a:p>
          <a:p>
            <a:r>
              <a:t>Aalaagi Dudiyodu, Arasaagi Thinnodu, Bandiddu Barali Endu...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109.34s</a:t>
            </a:r>
          </a:p>
          <a:p>
            <a:r>
              <a:t>End: 113.56s</a:t>
            </a:r>
          </a:p>
          <a:p>
            <a:r>
              <a:t>Duration for Canva slide: 4.2s</a:t>
            </a:r>
          </a:p>
          <a:p/>
          <a:p>
            <a:r>
              <a:t>LYRICS:</a:t>
            </a:r>
          </a:p>
          <a:p>
            <a:r>
              <a:t>ಬಿದ್ದೋರ ಕೈಚಾಚಿ</a:t>
            </a:r>
          </a:p>
          <a:p>
            <a:r>
              <a:t>ಮೇಲಕ್ಕೆ ಎತ್ತೋದು</a:t>
            </a:r>
          </a:p>
          <a:p/>
          <a:p>
            <a:r>
              <a:t>TRANSLITERATION:</a:t>
            </a:r>
          </a:p>
          <a:p>
            <a:r>
              <a:t>Biddora Kaichaachi, Melakke Etthodu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113.56s</a:t>
            </a:r>
          </a:p>
          <a:p>
            <a:r>
              <a:t>End: 117.34s</a:t>
            </a:r>
          </a:p>
          <a:p>
            <a:r>
              <a:t>Duration for Canva slide: 3.8s</a:t>
            </a:r>
          </a:p>
          <a:p/>
          <a:p>
            <a:r>
              <a:t>LYRICS:</a:t>
            </a:r>
          </a:p>
          <a:p>
            <a:r>
              <a:t>ನಂಬಿಕೆ ವಿಶ್ವಾಸಾನೆ ನಮ್ಮ ಕಾಯೋದು.......</a:t>
            </a:r>
          </a:p>
          <a:p/>
          <a:p>
            <a:r>
              <a:t>TRANSLITERATION:</a:t>
            </a:r>
          </a:p>
          <a:p>
            <a:r>
              <a:t>Nambike Vishwaasane Namma Kaayodu...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117.34s</a:t>
            </a:r>
          </a:p>
          <a:p>
            <a:r>
              <a:t>End: 122.08s</a:t>
            </a:r>
          </a:p>
          <a:p>
            <a:r>
              <a:t>Duration for Canva slide: 4.7s</a:t>
            </a:r>
          </a:p>
          <a:p/>
          <a:p>
            <a:r>
              <a:t>LYRICS:</a:t>
            </a:r>
          </a:p>
          <a:p>
            <a:r>
              <a:t>ಏ ಗಡಿಬಿಡಿ ಗಡಿಬಿಡಿಯಲ್ಲೋಡಿ</a:t>
            </a:r>
          </a:p>
          <a:p>
            <a:r>
              <a:t>ಹೊರಟಿದೆ ಬದುಕೆಂಬ ಗಾಡಿ</a:t>
            </a:r>
          </a:p>
          <a:p/>
          <a:p>
            <a:r>
              <a:t>TRANSLITERATION:</a:t>
            </a:r>
          </a:p>
          <a:p>
            <a:r>
              <a:t>Ye Gadibidi Gadibidiyallodi, Horatide Badukemba Gaadi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122.08s</a:t>
            </a:r>
          </a:p>
          <a:p>
            <a:r>
              <a:t>End: 126.58s</a:t>
            </a:r>
          </a:p>
          <a:p>
            <a:r>
              <a:t>Duration for Canva slide: 4.5s</a:t>
            </a:r>
          </a:p>
          <a:p/>
          <a:p>
            <a:r>
              <a:t>LYRICS:</a:t>
            </a:r>
          </a:p>
          <a:p>
            <a:r>
              <a:t>ಇಡಿ ಇಡಿ ದಿನ ಅದರ ಹಿಂದೆ</a:t>
            </a:r>
          </a:p>
          <a:p>
            <a:r>
              <a:t>ಓಡೊ ಮಾರಾಯ..............</a:t>
            </a:r>
          </a:p>
          <a:p/>
          <a:p>
            <a:r>
              <a:t>TRANSLITERATION:</a:t>
            </a:r>
          </a:p>
          <a:p>
            <a:r>
              <a:t>Idi Idi Dina Adara Hinde, Odo Maaraaya...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126.58s</a:t>
            </a:r>
          </a:p>
          <a:p>
            <a:r>
              <a:t>End: 133.0s</a:t>
            </a:r>
          </a:p>
          <a:p>
            <a:r>
              <a:t>Duration for Canva slide: 6.4s</a:t>
            </a:r>
          </a:p>
          <a:p/>
          <a:p>
            <a:r>
              <a:t>LYRICS:</a:t>
            </a:r>
          </a:p>
          <a:p>
            <a:r>
              <a:t>ಕಿಡಿ ಕಿಡಿಯನು ದೀಪ ಮಾಡಿ</a:t>
            </a:r>
          </a:p>
          <a:p>
            <a:r>
              <a:t>ನಡೆನುಡಿ ಕಡೆ ಬೆಳಕು ನೀಡಿ</a:t>
            </a:r>
          </a:p>
          <a:p>
            <a:r>
              <a:t>ಅಡೆತಡೆಗಳ ದೂರ ಮಾಡಿ</a:t>
            </a:r>
          </a:p>
          <a:p>
            <a:r>
              <a:t>ಬಾಳೊ ಮಾರಾಯ..................</a:t>
            </a:r>
          </a:p>
          <a:p/>
          <a:p>
            <a:r>
              <a:t>TRANSLITERATION:</a:t>
            </a:r>
          </a:p>
          <a:p>
            <a:r>
              <a:t>Kidi Kidiyanu Deepa Maadi, Nadenudi Kade Belaku Needi...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133.0s</a:t>
            </a:r>
          </a:p>
          <a:p>
            <a:r>
              <a:t>End: 141.5s</a:t>
            </a:r>
          </a:p>
          <a:p>
            <a:r>
              <a:t>Duration for Canva slide: 8.5s</a:t>
            </a:r>
          </a:p>
          <a:p/>
          <a:p>
            <a:r>
              <a:t>LYRICS:</a:t>
            </a:r>
          </a:p>
          <a:p>
            <a:r>
              <a:t>ದಿನಕೊಂದು ಸಂತೋಷ</a:t>
            </a:r>
          </a:p>
          <a:p>
            <a:r>
              <a:t>ದಿನಕೊಂದು ಸಂದೇಶ</a:t>
            </a:r>
          </a:p>
          <a:p>
            <a:r>
              <a:t>ಅರಿತಾಗ ಬಾಳೊ ಉದ್ದೇಶ.......</a:t>
            </a:r>
          </a:p>
          <a:p/>
          <a:p>
            <a:r>
              <a:t>TRANSLITERATION:</a:t>
            </a:r>
          </a:p>
          <a:p>
            <a:r>
              <a:t>Dinakondu Santhosha, Dinakondu Sandesha, Arithaaga Baalo Uddesha...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141.5s</a:t>
            </a:r>
          </a:p>
          <a:p>
            <a:r>
              <a:t>End: 151.0s</a:t>
            </a:r>
          </a:p>
          <a:p>
            <a:r>
              <a:t>Duration for Canva slide: 9.5s</a:t>
            </a:r>
          </a:p>
          <a:p/>
          <a:p>
            <a:r>
              <a:t>LYRICS:</a:t>
            </a:r>
          </a:p>
          <a:p>
            <a:r>
              <a:t>ಬದುಕೆಂಬ ಜೋಕಾಲಿ</a:t>
            </a:r>
          </a:p>
          <a:p>
            <a:r>
              <a:t>ಜೀಕೋಣ ಜೊತೆಯಲ್ಲಿ</a:t>
            </a:r>
          </a:p>
          <a:p>
            <a:r>
              <a:t>ಜಂಜಾಟ ಇಲ್ಲಿ ಮಾಮೂಲಿ........</a:t>
            </a:r>
          </a:p>
          <a:p/>
          <a:p>
            <a:r>
              <a:t>TRANSLITERATION:</a:t>
            </a:r>
          </a:p>
          <a:p>
            <a:r>
              <a:t>Badukemba Jokaali, Jeekona Jotheyalli, Janjaata Illi Maamooli...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TIMING:</a:t>
            </a:r>
          </a:p>
          <a:p>
            <a:r>
              <a:t>Start: 151.0s</a:t>
            </a:r>
          </a:p>
          <a:p>
            <a:r>
              <a:t>End: 161.32s</a:t>
            </a:r>
          </a:p>
          <a:p>
            <a:r>
              <a:t>Duration for Canva slide: 10.3s</a:t>
            </a:r>
          </a:p>
          <a:p/>
          <a:p>
            <a:r>
              <a:t>LYRICS:</a:t>
            </a:r>
          </a:p>
          <a:p>
            <a:r>
              <a:t>ಚಿಂತೆಯ ಸಂತೆಯಲ್ಲು ಉಂಟು ಗಮ್ಮತ್ತು</a:t>
            </a:r>
          </a:p>
          <a:p>
            <a:r>
              <a:t>ನಿಂತಲ್ಲೆ ನಿಲ್ಲೋರಲ್ಲ ನಾವು ಯಾವತ್ತು</a:t>
            </a:r>
          </a:p>
          <a:p>
            <a:r>
              <a:t>ನಮ್ಮೂರು ನಮ್ಮ ಭಾಷೆ ನಮ್ಮ ಸಂಪತ್ತು..... ✦</a:t>
            </a:r>
          </a:p>
          <a:p/>
          <a:p>
            <a:r>
              <a:t>TRANSLITERATION:</a:t>
            </a:r>
          </a:p>
          <a:p>
            <a:r>
              <a:t>Nammooru Namma Bhaashe Namma Sampatthu 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Helvetica"/>
              </a:defRPr>
            </a:pPr>
            <a:r>
              <a:t>Slide 1/25 • Duration: 18.3s  (0.0s -&gt; 18.34s)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ಶೀರ್ಷಿಕೆ | TITLE SLATE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ಊರಂದ್ರೆ ನಮ್ಮೂರು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A0522D"/>
                </a:solidFill>
                <a:latin typeface="Georgia"/>
              </a:defRPr>
            </a:pPr>
            <a:r>
              <a:t>Oorandre Nammooru — Kannada Village Folk Anthem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Helvetica"/>
              </a:defRPr>
            </a:pPr>
            <a:r>
              <a:t>Slide 2/25 • Duration: 4.6s  (18.34s -&gt; 22.9s)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ಪಲ್ಲವಿ | PALLAVI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ಊರಂದ್ರೆ ನಮ್ಮೂರು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ನಮ್ಮೋರು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A0522D"/>
                </a:solidFill>
                <a:latin typeface="Georgia"/>
              </a:defRPr>
            </a:pPr>
            <a:r>
              <a:t>Oorandre Nammooru, Nammoru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Helvetica"/>
              </a:defRPr>
            </a:pPr>
            <a:r>
              <a:t>Slide 3/25 • Duration: 4.6s  (22.9s -&gt; 27.5s)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ಪಲ್ಲವಿ | PALLAVI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ತಮ್ಮೋರು ಒಂದಾಗಿ ಬಾಳಿ ಬದುಕೊ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ಚಂದದ ಸೂರು......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A0522D"/>
                </a:solidFill>
                <a:latin typeface="Georgia"/>
              </a:defRPr>
            </a:pPr>
            <a:r>
              <a:t>Tammoru Ondaagi Baali Baduko, Chandada Sooru...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Helvetica"/>
              </a:defRPr>
            </a:pPr>
            <a:r>
              <a:t>Slide 4/25 • Duration: 3.9s  (27.5s -&gt; 31.44s)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ಪಲ್ಲವಿ | PALLAVI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ದೈವಕ್ಕೆ ಬಾಗೋರು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ಸ್ನೇಹಕ್ಕೆ ನಿಲ್ಲೋರು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A0522D"/>
                </a:solidFill>
                <a:latin typeface="Georgia"/>
              </a:defRPr>
            </a:pPr>
            <a:r>
              <a:t>Daivakke Baagoru, Snehakke Nilloru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EE"/>
          </a:solidFill>
          <a:ln w="38100"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522D"/>
                </a:solidFill>
                <a:latin typeface="Helvetica"/>
              </a:defRPr>
            </a:pPr>
            <a:r>
              <a:t>Slide 5/25 • Duration: 4.5s  (31.44s -&gt; 35.94s)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ಪಲ್ಲವಿ | PALLAVI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ಸಂತೋಷ ಹಂಚಿಕೊಂಡು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ಮುಂದೆ ಸಾಗೋರು......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A0522D"/>
                </a:solidFill>
                <a:latin typeface="Georgia"/>
              </a:defRPr>
            </a:pPr>
            <a:r>
              <a:t>Santhosha Hanchikondu, Munde Saagoru...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D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96"/>
                </a:solidFill>
                <a:latin typeface="Helvetica"/>
              </a:defRPr>
            </a:pPr>
            <a:r>
              <a:t>Slide 6/25 • Duration: 4.5s  (35.94s -&gt; 40.44s)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2D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ಪ್ರೀ-ಕೋರಸ್ | PRE-CHORUS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283C4B"/>
                </a:solidFill>
                <a:latin typeface="Baloo Tamma 2"/>
              </a:defRPr>
            </a:pPr>
            <a:r>
              <a:t>ಚಿಂತೆಯ ಸಂತೆಯಲ್ಲು ಉಂಟು ಗಮ್ಮತ್ತು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96"/>
                </a:solidFill>
                <a:latin typeface="Georgia"/>
              </a:defRPr>
            </a:pPr>
            <a:r>
              <a:t>Chintheya Santheyallu Untu Gammatthu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D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96"/>
                </a:solidFill>
                <a:latin typeface="Helvetica"/>
              </a:defRPr>
            </a:pPr>
            <a:r>
              <a:t>Slide 7/25 • Duration: 4.5s  (40.44s -&gt; 44.94s)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2D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ಪ್ರೀ-ಕೋರಸ್ | PRE-CHORUS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283C4B"/>
                </a:solidFill>
                <a:latin typeface="Baloo Tamma 2"/>
              </a:defRPr>
            </a:pPr>
            <a:r>
              <a:t>ನಿಂತಲ್ಲೆ ನಿಲ್ಲೋರಲ್ಲ ನಾವು ಯಾವತ್ತು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96"/>
                </a:solidFill>
                <a:latin typeface="Georgia"/>
              </a:defRPr>
            </a:pPr>
            <a:r>
              <a:t>Ninthalle Nilloralla Naavu Yaavatthu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D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96"/>
                </a:solidFill>
                <a:latin typeface="Helvetica"/>
              </a:defRPr>
            </a:pPr>
            <a:r>
              <a:t>Slide 8/25 • Duration: 4.5s  (44.94s -&gt; 49.44s)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2D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ಪ್ರೀ-ಕೋರಸ್ | PRE-CHORUS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283C4B"/>
                </a:solidFill>
                <a:latin typeface="Baloo Tamma 2"/>
              </a:defRPr>
            </a:pPr>
            <a:r>
              <a:t>ನಮ್ಮೂರು ನಮ್ಮ ಭಾಷೆ ನಮ್ಮ ಸಂಪತ್ತು.....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96"/>
                </a:solidFill>
                <a:latin typeface="Georgia"/>
              </a:defRPr>
            </a:pPr>
            <a:r>
              <a:t>Nammooru Namma Bhaashe Namma Sampatthu...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D6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96"/>
                </a:solidFill>
                <a:latin typeface="Helvetica"/>
              </a:defRPr>
            </a:pPr>
            <a:r>
              <a:t>Slide 9/25 • Duration: 4.5s  (49.44s -&gt; 53.94s)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2D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ಪ್ರೀ-ಕೋರಸ್ | PRE-CHORUS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283C4B"/>
                </a:solidFill>
                <a:latin typeface="Baloo Tamma 2"/>
              </a:defRPr>
            </a:pPr>
            <a:r>
              <a:t>ಇನ್ನೆಂತ ಬೇಕು ಬಾಳೋಕೆ.......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96"/>
                </a:solidFill>
                <a:latin typeface="Georgia"/>
              </a:defRPr>
            </a:pPr>
            <a:r>
              <a:t>Innentha Beku Baaloke...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10/25 • Duration: 7.7s  (53.94s -&gt; 61.64s)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ಏ ಗಡಿಬಿಡಿ ಗಡಿಬಿಡಿಯಲ್ಲೋಡಿ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ಹೊರಟಿದೆ ಬದುಕೆಂಬ ಗಾಡಿ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Ye Gadibidi Gadibidiyallodi, Horatide Badukemba Gaadi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11/25 • Duration: 4.4s  (61.64s -&gt; 66.0s)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ಇಡಿ ಇಡಿ ದಿನ ಅದರ ಹಿಂದೆ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ಓಡೊ ಮಾರಾಯ..............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Idi Idi Dina Adara Hinde, Odo Maaraaya...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12/25 • Duration: 7.0s  (66.0s -&gt; 73.0s)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ಕಿಡಿ ಕಿಡಿಯನು ದೀಪ ಮಾಡಿ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ನಡೆನುಡಿ ಕಡೆ ಬೆಳಕು ನೀಡಿ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Kidi Kidiyanu Deepa Maadi, Nadenudi Kade Belaku Needi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13/25 • Duration: 7.8s  (73.0s -&gt; 80.84s)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ಅಡೆತಡೆಗಳ ದೂರ ಮಾಡಿ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ಬಾಳೊ ಮಾರಾಯ..................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Adethadegala Doora Maadi, Baalo Maaraaya...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14/25 • Duration: 5.7s  (80.84s -&gt; 86.5s)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ಏ ಗಡಿಬಿಡಿ ಗಡಿಬಿಡಿಯಲ್ಲೋಡಿ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ಹೊರಟಿದೆ ಬದುಕೆಂಬ ಗಾಡಿ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ಇಡಿ ಇಡಿ ದಿನ ಅದರ ಹಿಂದೆ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ಓಡೊ ಮಾರಾಯ..............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Ye Gadibidi Gadibidiyallodi, Horatide Badukemba Gaadi...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15/25 • Duration: 7.5s  (86.5s -&gt; 94.0s)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OUTRO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ಖುಷಿ ಖುಷಿಗಳ ಒಂದು ಮಾಡಿ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ಹೊಸ ದಿಶೆಗಳ ಹುಡುಕಿ ನೋಡಿ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ಗೆಲುವಿನ ನಶೆ ಸವಿದು ನೋಡು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ಬಾರೊ ಮಾರಾಯ............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Khushi Khushigala Ondu Maadi, Hosa Dishegala Huduki Nodi...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16/25 • Duration: 10.5s  (94.0s -&gt; 104.5s)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ಇಂಟರ್‌ಲ್ಯೂಡ್ | FOLK MUSIC SOLO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1E3C19"/>
                </a:solidFill>
                <a:latin typeface="Baloo Tamma 2"/>
              </a:defRPr>
            </a:pPr>
            <a:r>
              <a:t>♫ ಸಂಗೀತ ♫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1E3C19"/>
                </a:solidFill>
                <a:latin typeface="Baloo Tamma 2"/>
              </a:defRPr>
            </a:pPr>
            <a:r>
              <a:t>(Village Violin &amp; Percussion Interlude)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♫ Traditional Folk Melodies 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17/25 • Duration: 4.8s  (104.5s -&gt; 109.34s)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ಚರಣ | CHARANA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ಆಳಾಗಿ ದುಡಿಯೋದು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ಅರಸಾಗಿ ತಿನ್ನೋದು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ಬಂದಿದ್ದು ಬರಲಿ ಎಂದು ಮುಂದೆ ಸಾಗೋದು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Aalaagi Dudiyodu, Arasaagi Thinnodu, Bandiddu Barali Endu...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18/25 • Duration: 4.2s  (109.34s -&gt; 113.56s)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ಚರಣ | CHARANA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1E3C19"/>
                </a:solidFill>
                <a:latin typeface="Baloo Tamma 2"/>
              </a:defRPr>
            </a:pPr>
            <a:r>
              <a:t>ಬಿದ್ದೋರ ಕೈಚಾಚಿ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1E3C19"/>
                </a:solidFill>
                <a:latin typeface="Baloo Tamma 2"/>
              </a:defRPr>
            </a:pPr>
            <a:r>
              <a:t>ಮೇಲಕ್ಕೆ ಎತ್ತೋದು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Biddora Kaichaachi, Melakke Etthodu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19/25 • Duration: 3.8s  (113.56s -&gt; 117.34s)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ಚರಣ | CHARANA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1E3C19"/>
                </a:solidFill>
                <a:latin typeface="Baloo Tamma 2"/>
              </a:defRPr>
            </a:pPr>
            <a:r>
              <a:t>ನಂಬಿಕೆ ವಿಶ್ವಾಸಾನೆ ನಮ್ಮ ಕಾಯೋದು.......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Nambike Vishwaasane Namma Kaayodu...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20/25 • Duration: 4.7s  (117.34s -&gt; 122.08s)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ಏ ಗಡಿಬಿಡಿ ಗಡಿಬಿಡಿಯಲ್ಲೋಡಿ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ಹೊರಟಿದೆ ಬದುಕೆಂಬ ಗಾಡಿ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Ye Gadibidi Gadibidiyallodi, Horatide Badukemba Gaadi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21/25 • Duration: 4.5s  (122.08s -&gt; 126.58s)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ಇಡಿ ಇಡಿ ದಿನ ಅದರ ಹಿಂದೆ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4A2E14"/>
                </a:solidFill>
                <a:latin typeface="Baloo Tamma 2"/>
              </a:defRPr>
            </a:pPr>
            <a:r>
              <a:t>ಓಡೊ ಮಾರಾಯ..............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Idi Idi Dina Adara Hinde, Odo Maaraaya...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CF2"/>
          </a:solidFill>
          <a:ln w="38100">
            <a:solidFill>
              <a:srgbClr val="DC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640A"/>
                </a:solidFill>
                <a:latin typeface="Helvetica"/>
              </a:defRPr>
            </a:pPr>
            <a:r>
              <a:t>Slide 22/25 • Duration: 6.4s  (126.58s -&gt; 133.0s)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DC6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ಏ ಗಡಿಬಿಡಿ | HOOK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ಕಿಡಿ ಕಿಡಿಯನು ದೀಪ ಮಾಡಿ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ನಡೆನುಡಿ ಕಡೆ ಬೆಳಕು ನೀಡಿ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ಅಡೆತಡೆಗಳ ದೂರ ಮಾಡಿ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ಬಾಳೊ ಮಾರಾಯ..................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640A"/>
                </a:solidFill>
                <a:latin typeface="Georgia"/>
              </a:defRPr>
            </a:pPr>
            <a:r>
              <a:t>Kidi Kidiyanu Deepa Maadi, Nadenudi Kade Belaku Needi...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23/25 • Duration: 8.5s  (133.0s -&gt; 141.5s)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ಚರಣ | CHARANA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ದಿನಕೊಂದು ಸಂತೋಷ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ದಿನಕೊಂದು ಸಂದೇಶ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ಅರಿತಾಗ ಬಾಳೊ ಉದ್ದೇಶ.......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Dinakondu Santhosha, Dinakondu Sandesha, Arithaaga Baalo Uddesha...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A"/>
          </a:solidFill>
          <a:ln w="38100">
            <a:solidFill>
              <a:srgbClr val="3B7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6783C"/>
                </a:solidFill>
                <a:latin typeface="Helvetica"/>
              </a:defRPr>
            </a:pPr>
            <a:r>
              <a:t>Slide 24/25 • Duration: 9.5s  (141.5s -&gt; 151.0s)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3B7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ಚರಣ | CHARANA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ಬದುಕೆಂಬ ಜೋಕಾಲಿ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ಜೀಕೋಣ ಜೊತೆಯಲ್ಲಿ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1E3C19"/>
                </a:solidFill>
                <a:latin typeface="Baloo Tamma 2"/>
              </a:defRPr>
            </a:pPr>
            <a:r>
              <a:t>ಜಂಜಾಟ ಇಲ್ಲಿ ಮಾಮೂಲಿ........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46783C"/>
                </a:solidFill>
                <a:latin typeface="Georgia"/>
              </a:defRPr>
            </a:pPr>
            <a:r>
              <a:t>Badukemba Jokaali, Jeekona Jotheyalli, Janjaata Illi Maamooli...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D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8F0"/>
          </a:solidFill>
          <a:ln w="38100">
            <a:solidFill>
              <a:srgbClr val="A6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10820095" cy="5669280"/>
          </a:xfrm>
          <a:prstGeom prst="roundRect">
            <a:avLst/>
          </a:prstGeom>
          <a:noFill/>
          <a:ln w="12700">
            <a:solidFill>
              <a:srgbClr val="D2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3C23"/>
                </a:solidFill>
                <a:latin typeface="Helvetica"/>
              </a:defRPr>
            </a:pPr>
            <a:r>
              <a:t>Slide 25/25 • Duration: 10.3s  (151.0s -&gt; 161.32s)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6590" y="731520"/>
            <a:ext cx="3657600" cy="502920"/>
          </a:xfrm>
          <a:prstGeom prst="roundRect">
            <a:avLst/>
          </a:prstGeom>
          <a:solidFill>
            <a:srgbClr val="A6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7CC"/>
                </a:solidFill>
                <a:latin typeface="Helvetica"/>
              </a:defRPr>
            </a:pPr>
            <a:r>
              <a:t>ಔಟ್ರೋ | FINAL SLATE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ಚಿಂತೆಯ ಸಂತೆಯಲ್ಲು ಉಂಟು ಗಮ್ಮತ್ತು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ನಿಂತಲ್ಲೆ ನಿಲ್ಲೋರಲ್ಲ ನಾವು ಯಾವತ್ತು</a:t>
            </a:r>
          </a:p>
          <a:p>
            <a:pPr algn="ctr">
              <a:spcAft>
                <a:spcPts val="800"/>
              </a:spcAft>
              <a:defRPr sz="3600" b="1">
                <a:solidFill>
                  <a:srgbClr val="4A2E14"/>
                </a:solidFill>
                <a:latin typeface="Baloo Tamma 2"/>
              </a:defRPr>
            </a:pPr>
            <a:r>
              <a:t>ನಮ್ಮೂರು ನಮ್ಮ ಭಾಷೆ ನಮ್ಮ ಸಂಪತ್ತು..... 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2000">
                <a:solidFill>
                  <a:srgbClr val="B43C23"/>
                </a:solidFill>
                <a:latin typeface="Georgia"/>
              </a:defRPr>
            </a:pPr>
            <a:r>
              <a:t>Nammooru Namma Bhaashe Namma Sampatthu 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